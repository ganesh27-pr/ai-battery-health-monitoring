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AI-BASED BATTERY HEALTH</a:t>
            </a:r>
            <a:br/>
            <a:r>
              <a:t>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63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8D2DC"/>
                </a:solidFill>
              </a:defRPr>
            </a:pPr>
            <a:r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Capstone Project | Student: [Name] | Department: [Department]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Lithium-ion batteries gradually lose available capacity.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SOH describes retained battery condition; SOC describes remaining charge.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Measured cycle data can support data-driven SOH estimation.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Analyze voltage, current, temperature and cycle measurements.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Estimate SOH and classify broad condition categories.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Display predictions and configured abnormal-condition warnings.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Use a genuine public battery dataset.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Preprocess data and engineer meaningful cycle features.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Train and compare regression and classification models.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Evaluate on a held-out battery and deploy saved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System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Capacity and impedance tests provide useful health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Physics-based methods can require calibration and domain knowledge.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Simple threshold monitoring does not directly estimate capacity fade.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Data-driven models can fail when the deployment data differs.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NASA discharge-cycle data is summarized into measured features.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Capacity is used to calculate a reference SOH target.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ML pipelines predict SOH and condition categories.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Streamlit displays predictions and rule-based warnings.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Python, Pandas and NumPy for data handling.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SciPy for MATLAB dataset loading.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Scikit-learn for model pipelines and evaluation.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Matplotlib and Seaborn for plots.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Joblib, Streamlit, Jupyter and pytest.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NASA Ames PCoE Li-ion Battery Data Set.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Discharge voltage (V), current (A), temperature (°C), capacity (Ah).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Four classic cell records; small laboratory dataset.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Raw dataset is downloaded separately; see data/DATASET_README.md.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Data source → validation → cycle feature summaries.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Saved regression model → SOH percentage.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Saved classifier → condition label where supported.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Rule checks → dashboard, charts and CSV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202631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A46"/>
                </a:solidFill>
              </a:defRPr>
            </a:pPr>
            <a:r>
              <a:t>NASA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2110" y="41422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9191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6702" y="3886200"/>
            <a:ext cx="2026310" cy="1051560"/>
          </a:xfrm>
          <a:prstGeom prst="roundRect">
            <a:avLst/>
          </a:prstGeom>
          <a:solidFill>
            <a:srgbClr val="E2EFF5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A46"/>
                </a:solidFill>
              </a:defRPr>
            </a:pPr>
            <a:r>
              <a:t>Cycle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3012" y="41422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9191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7604" y="3886200"/>
            <a:ext cx="202631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A46"/>
                </a:solidFill>
              </a:defRPr>
            </a:pPr>
            <a:r>
              <a:t>Feature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3915" y="41422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9191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8507" y="3886200"/>
            <a:ext cx="2026310" cy="1051560"/>
          </a:xfrm>
          <a:prstGeom prst="roundRect">
            <a:avLst/>
          </a:prstGeom>
          <a:solidFill>
            <a:srgbClr val="E2EFF5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A46"/>
                </a:solidFill>
              </a:defRPr>
            </a:pPr>
            <a:r>
              <a:t>ML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4817" y="41422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9191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9409" y="3886200"/>
            <a:ext cx="202631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A46"/>
                </a:solidFill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9AA"/>
                </a:solidFill>
              </a:defRPr>
            </a:pPr>
            <a:r>
              <a:t>SOH regression + health classification + configured warning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Preprocessing and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Parse MATLAB discharge cycles.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Summarize mean, minimum, maximum and variation of measurements.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Derive SOH = discharge capacity / nominal capacity × 100.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Exclude target capacity from model inputs to prevent leakage.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Fit imputer and scaler on training data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Regression: Dummy, Linear, Decision Tree, Random Forest, Gradient Boosting.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Classification: Dummy, Decision Tree, Random Forest, Gradient Boosting.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Choose models using held-out MAE and macro F1.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Group split by battery ID reduces within-cell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Overview and methodology pages.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Manual single-record prediction.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CSV batch prediction with column validation.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Warnings and downloadable prediction results.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Loads saved models; does not retrain on each launch.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Regression: MAE, MSE, RMSE and R².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Classification: accuracy, macro precision, recall and F1.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Confusion matrix and actual-versus-predicted plot.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Insert actual metrics from outputs/metrics after local training.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Current build: dataset download blocked; no experimental scores claimed.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Applications, 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Useful as a learning and research prototype.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Small lab dataset and limited cell diversity.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No live hardware connection or certified safety functionality.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Future: larger datasets, robust group validation, uncertainty and validated sensors.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and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A reproducible workflow links battery data, ML models and a dashboard.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Capacity-based SOH is distinct from SOC.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Actual model metrics must be generated from the NASA dataset.</a:t>
            </a:r>
          </a:p>
          <a:p>
            <a:pPr>
              <a:spcAft>
                <a:spcPts val="1400"/>
              </a:spcAft>
              <a:defRPr sz="2000">
                <a:solidFill>
                  <a:srgbClr val="28323C"/>
                </a:solidFill>
              </a:defRPr>
            </a:pPr>
            <a:r>
              <a:t>•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